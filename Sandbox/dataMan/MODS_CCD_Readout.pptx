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7C965-09B1-06A7-A1BB-60DA454EF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EA79B2-29E8-B2C7-DDA1-2B431E340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5A69E-114E-D8D0-28AA-AAE09225A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02514-25A3-A04D-B9C5-118FD9C170B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C3C47-0668-5325-406B-3B0C47A98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4627C-B423-A921-E0C3-BA7D92EAC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4BC3-831B-834B-974A-7C73EF16B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900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6143E-A295-5D97-1C5E-99FCF6C97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8CA9F-60F4-3ABA-F274-E5B1B6AB3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3439A-30F9-6A53-F55A-7128E4877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02514-25A3-A04D-B9C5-118FD9C170B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B90F6-D0F6-0DFC-2429-A72F5F6C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563AC-F114-B347-EB6D-7A0836020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4BC3-831B-834B-974A-7C73EF16B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75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994C-32AA-BB2B-5F1C-67C342CDA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B2ECA-0733-83B3-8B68-92FDF928A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88B60-8123-870E-675D-26B902366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02514-25A3-A04D-B9C5-118FD9C170B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AF6A5-0E7F-4210-E818-D80CBAD47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3C662-B29B-CAE0-E401-A85A9F4E1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4BC3-831B-834B-974A-7C73EF16B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938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2CBF-7889-4EB4-D969-E8010FDB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9F91E-B4E8-F7CA-A70B-7276CA3BB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1A90E-B24B-428B-4BD7-60DBFE1FF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A8951-2310-56B8-0821-2CBEB277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02514-25A3-A04D-B9C5-118FD9C170B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90A33-9172-A18E-2BB8-ED2B479BC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BFE6D-7D04-295A-87B5-2BC4DD65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4BC3-831B-834B-974A-7C73EF16B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18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BB06A-127E-5D38-5388-8344A7B20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49CE7-AEC7-15EF-D00D-EDF1565EA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4824B-8B4F-109B-189A-8824DFD23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C61226-AD52-1343-5EF3-5F5DA1A3E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E9912-F4BC-B6E8-F44C-442B926057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FA506-07E5-CEF6-2535-2E4BD8A3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02514-25A3-A04D-B9C5-118FD9C170B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1CA437-EC7F-5226-6D81-D75008817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32FE41-AF3D-C621-B964-46247ED89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4BC3-831B-834B-974A-7C73EF16B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43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DE635-EEA1-E1C2-9BC4-24FBC1499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369C22-03AB-EEA7-68E1-E198248BA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02514-25A3-A04D-B9C5-118FD9C170B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8B824-E3BC-CCD4-85F7-14180220C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EED6CF-926C-13A6-1F92-2E51C514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4BC3-831B-834B-974A-7C73EF16B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9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D1DD1-F2C9-1314-198E-D4675AD31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02514-25A3-A04D-B9C5-118FD9C170B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738BCE-20D7-E39B-7E28-292E2B217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E7318-51F9-6BB7-39A5-9027C89E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4BC3-831B-834B-974A-7C73EF16B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5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22E73-E7A1-89C7-9287-5579D6A8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D5C13-DFBC-4E83-CAC7-519E1AB12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5CB0D-3573-6E12-D359-5AF27446D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F1A8B-F371-45F6-1211-03482F80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02514-25A3-A04D-B9C5-118FD9C170B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56356-8866-D457-4BA2-CC1D46C1D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EF405-F86C-97D6-23AB-FB29FEC32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4BC3-831B-834B-974A-7C73EF16B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67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69DD-BAB6-4668-CB71-3F1A30856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80B673-47F8-E718-F232-189893353C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C9FB1-4ECD-FB1B-2A05-773F9F044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C6287-9E80-B908-5C18-054D1F4A2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02514-25A3-A04D-B9C5-118FD9C170B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1ABAA-9D3A-5206-EC45-7F7314A1E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9F886-7276-39F6-AD95-01C3469BA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4BC3-831B-834B-974A-7C73EF16B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107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81F94-A6F2-C562-E272-9F5E67EC3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44195-DD0F-1640-4EF2-E6B2EA716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94039-6F59-C0CA-F495-BB4306508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02514-25A3-A04D-B9C5-118FD9C170B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D9D42-8B49-A8DF-016A-25A988481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40FAF-36C8-B7C9-E3D8-93A22A891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4BC3-831B-834B-974A-7C73EF16B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99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695878-E2E7-CE1A-41A3-5308B25368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76BEE-1C0A-FC9A-97B5-4D5320478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34B71-F998-2046-82CA-85A525C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02514-25A3-A04D-B9C5-118FD9C170B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2CEA5-4726-BA24-2DF7-960324955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629E9-E7C3-FCF2-D569-6269B29BA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4BC3-831B-834B-974A-7C73EF16B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470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4DB4F7-256F-DF02-B5F0-BC2A38808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BB2AC-F93C-14B5-7C35-3CEDEA74E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8F32-F29E-143F-8A05-6830A21850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02514-25A3-A04D-B9C5-118FD9C170B6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F6161-6598-7E11-CBFD-563F25F47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1F463-1D92-BB25-CB86-303142F83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B14BC3-831B-834B-974A-7C73EF16B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63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1CB21BF-9246-F1C1-6A8A-B5CFE0EF5B20}"/>
              </a:ext>
            </a:extLst>
          </p:cNvPr>
          <p:cNvSpPr/>
          <p:nvPr/>
        </p:nvSpPr>
        <p:spPr>
          <a:xfrm>
            <a:off x="2305812" y="2016252"/>
            <a:ext cx="7580376" cy="2825496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CA5F2C-21E0-6C35-D441-C55EA7CF7D90}"/>
              </a:ext>
            </a:extLst>
          </p:cNvPr>
          <p:cNvCxnSpPr>
            <a:stCxn id="4" idx="1"/>
            <a:endCxn id="4" idx="3"/>
          </p:cNvCxnSpPr>
          <p:nvPr/>
        </p:nvCxnSpPr>
        <p:spPr>
          <a:xfrm>
            <a:off x="2305812" y="3429000"/>
            <a:ext cx="758037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A5FEDA-760B-E0C1-AB35-38363F886D3E}"/>
              </a:ext>
            </a:extLst>
          </p:cNvPr>
          <p:cNvCxnSpPr>
            <a:cxnSpLocks/>
          </p:cNvCxnSpPr>
          <p:nvPr/>
        </p:nvCxnSpPr>
        <p:spPr>
          <a:xfrm>
            <a:off x="6096000" y="2016252"/>
            <a:ext cx="0" cy="282549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69AF358-93CF-6267-C646-593DA3698699}"/>
              </a:ext>
            </a:extLst>
          </p:cNvPr>
          <p:cNvSpPr/>
          <p:nvPr/>
        </p:nvSpPr>
        <p:spPr>
          <a:xfrm>
            <a:off x="6099064" y="2016252"/>
            <a:ext cx="27432" cy="28254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D6C317-BF7A-D83B-F6C8-F39F16918540}"/>
              </a:ext>
            </a:extLst>
          </p:cNvPr>
          <p:cNvSpPr/>
          <p:nvPr/>
        </p:nvSpPr>
        <p:spPr>
          <a:xfrm>
            <a:off x="6064781" y="2016252"/>
            <a:ext cx="27432" cy="28254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1AF09E-8142-59E2-FCB7-5473BDF42C75}"/>
              </a:ext>
            </a:extLst>
          </p:cNvPr>
          <p:cNvSpPr txBox="1"/>
          <p:nvPr/>
        </p:nvSpPr>
        <p:spPr>
          <a:xfrm>
            <a:off x="3887779" y="3904542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0EE821-6232-19BD-1F98-B8D6AE658A9C}"/>
              </a:ext>
            </a:extLst>
          </p:cNvPr>
          <p:cNvSpPr txBox="1"/>
          <p:nvPr/>
        </p:nvSpPr>
        <p:spPr>
          <a:xfrm>
            <a:off x="7708824" y="3929942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EEC20E-7908-A3F3-102D-9B3C07D98947}"/>
              </a:ext>
            </a:extLst>
          </p:cNvPr>
          <p:cNvSpPr txBox="1"/>
          <p:nvPr/>
        </p:nvSpPr>
        <p:spPr>
          <a:xfrm>
            <a:off x="3872432" y="2491794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934A7F-8666-416A-448F-D04304F28E3C}"/>
              </a:ext>
            </a:extLst>
          </p:cNvPr>
          <p:cNvSpPr txBox="1"/>
          <p:nvPr/>
        </p:nvSpPr>
        <p:spPr>
          <a:xfrm>
            <a:off x="7693477" y="2517194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059201-80EE-3295-0528-ECB950C6E5C7}"/>
              </a:ext>
            </a:extLst>
          </p:cNvPr>
          <p:cNvSpPr txBox="1"/>
          <p:nvPr/>
        </p:nvSpPr>
        <p:spPr>
          <a:xfrm>
            <a:off x="2029935" y="4841748"/>
            <a:ext cx="551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006809-CC63-6BEA-3CC8-B47C70EC8098}"/>
              </a:ext>
            </a:extLst>
          </p:cNvPr>
          <p:cNvSpPr txBox="1"/>
          <p:nvPr/>
        </p:nvSpPr>
        <p:spPr>
          <a:xfrm>
            <a:off x="1885948" y="1707567"/>
            <a:ext cx="849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(1,3088)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CF93F2-D972-27F2-EE05-495937E7D6CA}"/>
              </a:ext>
            </a:extLst>
          </p:cNvPr>
          <p:cNvSpPr txBox="1"/>
          <p:nvPr/>
        </p:nvSpPr>
        <p:spPr>
          <a:xfrm>
            <a:off x="9464565" y="4844315"/>
            <a:ext cx="849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(8288,1)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69CF9F-354B-6708-2C68-44DFC1D94139}"/>
              </a:ext>
            </a:extLst>
          </p:cNvPr>
          <p:cNvSpPr txBox="1"/>
          <p:nvPr/>
        </p:nvSpPr>
        <p:spPr>
          <a:xfrm>
            <a:off x="381505" y="308696"/>
            <a:ext cx="549060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MODS e2v CCD268-68 readout format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Updated: 2025 Dec 10 [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rwp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osu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96300B-D062-8A11-09DD-DFD4F67CA85A}"/>
              </a:ext>
            </a:extLst>
          </p:cNvPr>
          <p:cNvSpPr txBox="1"/>
          <p:nvPr/>
        </p:nvSpPr>
        <p:spPr>
          <a:xfrm>
            <a:off x="247932" y="5742273"/>
            <a:ext cx="37369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32 overscan columns per quadrant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Bias level ~1000 DN per quadrant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arrows show direction of readout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703708-326F-59E7-6D18-A0783DA85DC6}"/>
              </a:ext>
            </a:extLst>
          </p:cNvPr>
          <p:cNvSpPr txBox="1"/>
          <p:nvPr/>
        </p:nvSpPr>
        <p:spPr>
          <a:xfrm>
            <a:off x="5560655" y="4877272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columns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4D63C5-C541-3F71-A63E-D848DAA07C74}"/>
              </a:ext>
            </a:extLst>
          </p:cNvPr>
          <p:cNvSpPr txBox="1"/>
          <p:nvPr/>
        </p:nvSpPr>
        <p:spPr>
          <a:xfrm rot="16200000">
            <a:off x="1780403" y="324342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rows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8AF84A-6A99-077A-891E-94476B55011B}"/>
              </a:ext>
            </a:extLst>
          </p:cNvPr>
          <p:cNvSpPr txBox="1"/>
          <p:nvPr/>
        </p:nvSpPr>
        <p:spPr>
          <a:xfrm rot="5400000">
            <a:off x="5657366" y="1457508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overscan</a:t>
            </a:r>
          </a:p>
        </p:txBody>
      </p:sp>
      <p:sp>
        <p:nvSpPr>
          <p:cNvPr id="24" name="Left Arrow 23">
            <a:extLst>
              <a:ext uri="{FF2B5EF4-FFF2-40B4-BE49-F238E27FC236}">
                <a16:creationId xmlns:a16="http://schemas.microsoft.com/office/drawing/2014/main" id="{BCF9AE2E-A7B0-8DF4-11C9-D1A75E307F3C}"/>
              </a:ext>
            </a:extLst>
          </p:cNvPr>
          <p:cNvSpPr/>
          <p:nvPr/>
        </p:nvSpPr>
        <p:spPr>
          <a:xfrm>
            <a:off x="3499496" y="1788296"/>
            <a:ext cx="1371600" cy="137160"/>
          </a:xfrm>
          <a:prstGeom prst="leftArrow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Left Arrow 25">
            <a:extLst>
              <a:ext uri="{FF2B5EF4-FFF2-40B4-BE49-F238E27FC236}">
                <a16:creationId xmlns:a16="http://schemas.microsoft.com/office/drawing/2014/main" id="{94202952-062D-245A-AFB3-B985DB917D5D}"/>
              </a:ext>
            </a:extLst>
          </p:cNvPr>
          <p:cNvSpPr/>
          <p:nvPr/>
        </p:nvSpPr>
        <p:spPr>
          <a:xfrm>
            <a:off x="3484149" y="4932544"/>
            <a:ext cx="1371600" cy="137160"/>
          </a:xfrm>
          <a:prstGeom prst="leftArrow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Left Arrow 26">
            <a:extLst>
              <a:ext uri="{FF2B5EF4-FFF2-40B4-BE49-F238E27FC236}">
                <a16:creationId xmlns:a16="http://schemas.microsoft.com/office/drawing/2014/main" id="{DD26F460-4C12-1622-45EA-FADF439C1BDC}"/>
              </a:ext>
            </a:extLst>
          </p:cNvPr>
          <p:cNvSpPr/>
          <p:nvPr/>
        </p:nvSpPr>
        <p:spPr>
          <a:xfrm flipH="1">
            <a:off x="7320541" y="4932544"/>
            <a:ext cx="1371600" cy="137160"/>
          </a:xfrm>
          <a:prstGeom prst="leftArrow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Left Arrow 27">
            <a:extLst>
              <a:ext uri="{FF2B5EF4-FFF2-40B4-BE49-F238E27FC236}">
                <a16:creationId xmlns:a16="http://schemas.microsoft.com/office/drawing/2014/main" id="{7D144C6A-AF36-979F-1985-CB8FDAFC28FA}"/>
              </a:ext>
            </a:extLst>
          </p:cNvPr>
          <p:cNvSpPr/>
          <p:nvPr/>
        </p:nvSpPr>
        <p:spPr>
          <a:xfrm flipH="1">
            <a:off x="7305194" y="1788296"/>
            <a:ext cx="1371600" cy="137160"/>
          </a:xfrm>
          <a:prstGeom prst="leftArrow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090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48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Pogge, Richard</dc:creator>
  <cp:lastModifiedBy>Pogge, Richard</cp:lastModifiedBy>
  <cp:revision>1</cp:revision>
  <dcterms:created xsi:type="dcterms:W3CDTF">2025-12-11T00:33:26Z</dcterms:created>
  <dcterms:modified xsi:type="dcterms:W3CDTF">2025-12-11T00:46:20Z</dcterms:modified>
</cp:coreProperties>
</file>